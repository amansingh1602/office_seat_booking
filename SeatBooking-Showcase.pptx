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1A56DB">
              <a:alpha val="45000"/>
            </a:srgbClr>
          </a:solidFill>
          <a:ln w="12700">
            <a:solidFill>
              <a:srgbClr val="1A56D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10B981">
              <a:alpha val="35000"/>
            </a:srgbClr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94360"/>
            <a:ext cx="685800" cy="685800"/>
          </a:xfrm>
          <a:prstGeom prst="rect">
            <a:avLst>
              <a:gd name="adj" fmla="val 18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98448" y="640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SeatBooking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Project Output Showcase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C5FD"/>
                </a:solidFill>
              </a:rPr>
              <a:t>Smart Hybrid Office Seat Allocation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MERN Stack  ·  React + Express + MongoDB + Node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1463040" cy="347472"/>
          </a:xfrm>
          <a:prstGeom prst="rect">
            <a:avLst>
              <a:gd name="adj" fmla="val 1578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004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Login &amp; Auth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3200400"/>
            <a:ext cx="1463040" cy="347472"/>
          </a:xfrm>
          <a:prstGeom prst="rect">
            <a:avLst>
              <a:gd name="adj" fmla="val 1578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2004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3200400"/>
            <a:ext cx="1463040" cy="347472"/>
          </a:xfrm>
          <a:prstGeom prst="rect">
            <a:avLst>
              <a:gd name="adj" fmla="val 1578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32004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Book a Seat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675888"/>
            <a:ext cx="1463040" cy="347472"/>
          </a:xfrm>
          <a:prstGeom prst="rect">
            <a:avLst>
              <a:gd name="adj" fmla="val 1578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758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Week View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3120" y="3675888"/>
            <a:ext cx="1463040" cy="347472"/>
          </a:xfrm>
          <a:prstGeom prst="rect">
            <a:avLst>
              <a:gd name="adj" fmla="val 1578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36758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My Bookings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03320" y="3675888"/>
            <a:ext cx="1463040" cy="347472"/>
          </a:xfrm>
          <a:prstGeom prst="rect">
            <a:avLst>
              <a:gd name="adj" fmla="val 1578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6758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Floor Plan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502920"/>
            <a:ext cx="2834640" cy="4343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594360"/>
            <a:ext cx="2651760" cy="41605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11 screens  ·  Full CRUD  ·  Real-time seat state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 · Login &amp; Authentication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JWT-based auth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08960" y="777240"/>
            <a:ext cx="2926080" cy="4206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868680"/>
            <a:ext cx="274320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118872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1188720"/>
            <a:ext cx="54864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11887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🔒  Email + Password sign-in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2880" y="182880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82880" y="1828800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🔑  JWT token on success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82880" y="246888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82880" y="2468880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468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👤  Sign-up flow included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82880" y="310896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82880" y="3108960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3108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🔐  Password visibility toggle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82880" y="374904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82880" y="3749040"/>
            <a:ext cx="54864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" y="37490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🏢  Batch &amp; Squad auto-assigned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309360" y="118872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309360" y="1188720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46520" y="11887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✅  Protected routes via middleware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09360" y="182880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309360" y="1828800"/>
            <a:ext cx="54864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46520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📋  Role: Employee (batch-aware)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309360" y="246888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309360" y="2468880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46520" y="2468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⚡  Token stored in localStorage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309360" y="310896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309360" y="3108960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46520" y="3108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🚫  Invalid credentials blocked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309360" y="374904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09360" y="3749040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46520" y="37490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🎨  Clean minimal design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 · Dashboard — Live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Today's status at a glance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8686800" cy="306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977640"/>
            <a:ext cx="1828800" cy="50292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40050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⚠️  Batch status banner (not working day)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0" y="3977640"/>
            <a:ext cx="1920240" cy="502920"/>
          </a:xfrm>
          <a:prstGeom prst="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59152" y="40050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✅  Today's booked seat (D015 Floating)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9120" y="3977640"/>
            <a:ext cx="1691640" cy="502920"/>
          </a:xfrm>
          <a:prstGeom prst="rect">
            <a:avLst/>
          </a:prstGeom>
          <a:solidFill>
            <a:srgbClr val="1A56DB">
              <a:alpha val="9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62272" y="400507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📊  Live seat stats (50 / 3 / 12)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63640" y="3977640"/>
            <a:ext cx="1828800" cy="502920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36792" y="40050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📅  Your batch schedule display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Real-time stats: Total Seats · Booked Today · Floating Pool · Your Batch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 · Dashboard — Quick Actions &amp; Schedule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Navigation hub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868680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4160520"/>
            <a:ext cx="2011680" cy="457200"/>
          </a:xfrm>
          <a:prstGeom prst="rect">
            <a:avLst/>
          </a:prstGeom>
          <a:solidFill>
            <a:srgbClr val="1A56DB">
              <a:alpha val="88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752" y="417880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📖  Book a Seat quick action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23160" y="4160520"/>
            <a:ext cx="2011680" cy="457200"/>
          </a:xfrm>
          <a:prstGeom prst="rect">
            <a:avLst/>
          </a:prstGeom>
          <a:solidFill>
            <a:srgbClr val="10B981">
              <a:alpha val="8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96312" y="417880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📅  Week View quick link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4160520"/>
            <a:ext cx="2011680" cy="457200"/>
          </a:xfrm>
          <a:prstGeom prst="rect">
            <a:avLst/>
          </a:prstGeom>
          <a:solidFill>
            <a:srgbClr val="7C3AED">
              <a:alpha val="8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90872" y="417880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📋  My Bookings quick link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12280" y="4160520"/>
            <a:ext cx="2103120" cy="457200"/>
          </a:xfrm>
          <a:prstGeom prst="rect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85432" y="417880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📌  Batch 1 schedule card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Booking Rules shown inline: Designated anytime · Floating after 3 PM · Release if not coming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· Book a Seat — Floor Plan 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Visual desk selection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49808"/>
            <a:ext cx="868680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773168"/>
            <a:ext cx="1417320" cy="274320"/>
          </a:xfrm>
          <a:prstGeom prst="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7731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🟡 My Designated Desk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20240" y="4773168"/>
            <a:ext cx="1417320" cy="274320"/>
          </a:xfrm>
          <a:prstGeom prst="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20240" y="47731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🟢 Floating Available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566160" y="4773168"/>
            <a:ext cx="1417320" cy="274320"/>
          </a:xfrm>
          <a:prstGeom prst="rect">
            <a:avLst>
              <a:gd name="adj" fmla="val 1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6160" y="47731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⬜ Designated (others)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212080" y="4773168"/>
            <a:ext cx="1417320" cy="274320"/>
          </a:xfrm>
          <a:prstGeom prst="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0" y="47731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❌ Cancel Booking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858000" y="4773168"/>
            <a:ext cx="1417320" cy="274320"/>
          </a:xfrm>
          <a:prstGeom prst="rect">
            <a:avLst>
              <a:gd name="adj" fmla="val 13333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0" y="47731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🔵 Selected Seat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· Floor Plan — Floating Desk Pool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Dynamic buffer seats (F001–F010+)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49808"/>
            <a:ext cx="8686800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4663440"/>
            <a:ext cx="4754880" cy="292608"/>
          </a:xfrm>
          <a:prstGeom prst="rect">
            <a:avLst/>
          </a:prstGeom>
          <a:solidFill>
            <a:srgbClr val="A7F3D0">
              <a:alpha val="85000"/>
            </a:srgbClr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752" y="46634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🌊  FLOATING DESKS section — 11/12 free (10 base + 1 released)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120640" y="4663440"/>
            <a:ext cx="3794760" cy="292608"/>
          </a:xfrm>
          <a:prstGeom prst="rect">
            <a:avLst/>
          </a:prstGeom>
          <a:solidFill>
            <a:srgbClr val="BFDBFE">
              <a:alpha val="85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93792" y="466344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🔵  F008 selected (currently booked by user)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· Floor Plan — Designated Desks Grid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D001–D040 with book-anytime rule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777240"/>
            <a:ext cx="804672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4434840"/>
            <a:ext cx="2057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446227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🟡  D001 — My designated desk (yellow border)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04872" y="4434840"/>
            <a:ext cx="2057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96312" y="446227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⬜  D002–D040 — Other team members' desks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81144" y="4434840"/>
            <a:ext cx="2057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72584" y="446227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🔒  Occupied desks show lock icon (not bookable)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757416" y="4434840"/>
            <a:ext cx="2057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48856" y="446227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📌  "BOOK ANYTIME" label on designated section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· Week View — 7-Day Schedule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Batch-aware calendar with booking status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502920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22960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822960"/>
            <a:ext cx="54864" cy="5669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25312" y="8595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📅 Week navigation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25312" y="10972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← → buttons to move between weeks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60720" y="1508760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1508760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25312" y="15453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📍 Today highlighted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25312" y="17830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Thursday Feb 26 in bold blue pill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60720" y="2194560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2194560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25312" y="22311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✅ Booked seats shown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25312" y="24688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F008 floating shown under Thu 26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760720" y="2880360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60720" y="2880360"/>
            <a:ext cx="5486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25312" y="29169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🏷️ Batch labels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25312" y="3154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Batch 2 badge per working day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760720" y="3566160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60720" y="3566160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25312" y="36027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⏳ Past days greyed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25312" y="3840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Mon–Wed shown as 'Past'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760720" y="4251960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760720" y="4251960"/>
            <a:ext cx="54864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25312" y="42885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🔓 Future days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925312" y="45262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'Opens 3 PM prev day' info shown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 · My Bookings — Manage Reservations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Upcoming + past booking history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49808"/>
            <a:ext cx="868680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4526280"/>
            <a:ext cx="2103120" cy="438912"/>
          </a:xfrm>
          <a:prstGeom prst="rect">
            <a:avLst/>
          </a:prstGeom>
          <a:solidFill>
            <a:srgbClr val="10B981">
              <a:alpha val="8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56285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🟢  Upcoming Bookings (3)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14600" y="4526280"/>
            <a:ext cx="2103120" cy="438912"/>
          </a:xfrm>
          <a:prstGeom prst="rect">
            <a:avLst/>
          </a:prstGeom>
          <a:solidFill>
            <a:srgbClr val="1A56DB">
              <a:alpha val="88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06040" y="456285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🔵  Floating badge on each card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00600" y="4526280"/>
            <a:ext cx="2103120" cy="438912"/>
          </a:xfrm>
          <a:prstGeom prst="rect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456285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🟡  'Your working day' indicator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086600" y="4526280"/>
            <a:ext cx="1828800" cy="438912"/>
          </a:xfrm>
          <a:prstGeom prst="rect">
            <a:avLst/>
          </a:prstGeom>
          <a:solidFill>
            <a:srgbClr val="64748B">
              <a:alpha val="88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4562856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⬜  Past bookings / Cancelled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28600" y="482803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Cancel Booking button visible on each card · D015 shown as Cancelled in past bookings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 · Validation &amp; Error Handling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Duplicate booking prevention in action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49808"/>
            <a:ext cx="8686800" cy="2240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31546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8600" y="3154680"/>
            <a:ext cx="28346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2735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🚫  E11000 Duplicate Key Error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7033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MongoDB compound unique index (user + date) fires when same user tries to book twice on same day — caught at DB level.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31546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3154680"/>
            <a:ext cx="2834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7560" y="32735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✅  Working Day Banner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37560" y="37033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Green banner confirms 'Your Working Day' — user can book designated OR floating seat with appropriate time rules.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72200" y="31546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3154680"/>
            <a:ext cx="283464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32735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💺  Available Seats Counter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09360" y="37033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Live '10 available' count shown. Color-coded legend: My Designated · Designated · Floating · Released seats.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07 · Full App Flow — All Screens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End-to-end user journey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1627632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" y="832104"/>
            <a:ext cx="1554480" cy="32735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4160520"/>
            <a:ext cx="1627632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416052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1. Login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47672" y="777240"/>
            <a:ext cx="1627632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84248" y="832104"/>
            <a:ext cx="1554480" cy="327355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947672" y="4160520"/>
            <a:ext cx="1627632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947672" y="416052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2. Dashboard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712464" y="777240"/>
            <a:ext cx="1627632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49040" y="832104"/>
            <a:ext cx="1554480" cy="327355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712464" y="4160520"/>
            <a:ext cx="1627632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712464" y="416052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3. Book Seat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77256" y="777240"/>
            <a:ext cx="1627632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13832" y="832104"/>
            <a:ext cx="1554480" cy="327355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77256" y="4160520"/>
            <a:ext cx="1627632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477256" y="416052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 Week View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242048" y="777240"/>
            <a:ext cx="1627632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278624" y="832104"/>
            <a:ext cx="1554480" cy="327355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242048" y="4160520"/>
            <a:ext cx="1627632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242048" y="416052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5. My Bookings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1810512" y="2514600"/>
            <a:ext cx="0" cy="0"/>
          </a:xfrm>
          <a:prstGeom prst="line">
            <a:avLst/>
          </a:prstGeom>
          <a:noFill/>
          <a:ln/>
        </p:spPr>
      </p:sp>
      <p:sp>
        <p:nvSpPr>
          <p:cNvPr id="27" name="Shape 20"/>
          <p:cNvSpPr/>
          <p:nvPr/>
        </p:nvSpPr>
        <p:spPr>
          <a:xfrm>
            <a:off x="3575304" y="2514600"/>
            <a:ext cx="0" cy="0"/>
          </a:xfrm>
          <a:prstGeom prst="line">
            <a:avLst/>
          </a:prstGeom>
          <a:noFill/>
          <a:ln/>
        </p:spPr>
      </p:sp>
      <p:sp>
        <p:nvSpPr>
          <p:cNvPr id="28" name="Shape 21"/>
          <p:cNvSpPr/>
          <p:nvPr/>
        </p:nvSpPr>
        <p:spPr>
          <a:xfrm>
            <a:off x="5340096" y="2514600"/>
            <a:ext cx="0" cy="0"/>
          </a:xfrm>
          <a:prstGeom prst="line">
            <a:avLst/>
          </a:prstGeom>
          <a:noFill/>
          <a:ln/>
        </p:spPr>
      </p:sp>
      <p:sp>
        <p:nvSpPr>
          <p:cNvPr id="29" name="Shape 22"/>
          <p:cNvSpPr/>
          <p:nvPr/>
        </p:nvSpPr>
        <p:spPr>
          <a:xfrm>
            <a:off x="7104888" y="2514600"/>
            <a:ext cx="0" cy="0"/>
          </a:xfrm>
          <a:prstGeom prst="line">
            <a:avLst/>
          </a:prstGeom>
          <a:noFill/>
          <a:ln/>
        </p:spPr>
      </p:sp>
      <p:sp>
        <p:nvSpPr>
          <p:cNvPr id="30" name="Text 23"/>
          <p:cNvSpPr/>
          <p:nvPr/>
        </p:nvSpPr>
        <p:spPr>
          <a:xfrm>
            <a:off x="182880" y="475488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Login  →  Dashboard  →  Book a Seat  →  Week View  →  My Bookings  →  Cancel / Release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56DB">
              <a:alpha val="40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0B981">
              <a:alpha val="32000"/>
            </a:srgbClr>
          </a:solidFill>
          <a:ln w="12700">
            <a:solidFill>
              <a:srgbClr val="10B981">
                <a:alpha val="3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4572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🏢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SeatBooking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2057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3C5FD"/>
                </a:solidFill>
              </a:rPr>
              <a:t>Smart Hybrid Office Seat Allocation — Project Complete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743200"/>
            <a:ext cx="1920240" cy="411480"/>
          </a:xfrm>
          <a:prstGeom prst="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743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✅ Login &amp; JWT Auth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2743200"/>
            <a:ext cx="1920240" cy="411480"/>
          </a:xfrm>
          <a:prstGeom prst="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743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✅ Dashboard with Live Stats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2743200"/>
            <a:ext cx="1920240" cy="411480"/>
          </a:xfrm>
          <a:prstGeom prst="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743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✅ Designated + Floating Seats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20840" y="2743200"/>
            <a:ext cx="1920240" cy="411480"/>
          </a:xfrm>
          <a:prstGeom prst="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743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✅ 3 PM Time-Gate Enforced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273552"/>
            <a:ext cx="1920240" cy="411480"/>
          </a:xfrm>
          <a:prstGeom prst="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73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✅ Week View Calendar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14600" y="3273552"/>
            <a:ext cx="1920240" cy="411480"/>
          </a:xfrm>
          <a:prstGeom prst="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3273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✅ My Bookings + Cancel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3273552"/>
            <a:ext cx="1920240" cy="411480"/>
          </a:xfrm>
          <a:prstGeom prst="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273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✅ Dynamic Seat Pool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20840" y="3273552"/>
            <a:ext cx="1920240" cy="411480"/>
          </a:xfrm>
          <a:prstGeom prst="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273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✅ Duplicate Booking Prevention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React  ·  Express  ·  MongoDB  ·  Node.js  ·  MERN Stack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SeatBooking – Live App Showcase</dc:title>
  <dc:subject>PptxGenJS Presentation</dc:subject>
  <dc:creator>PptxGenJS</dc:creator>
  <cp:lastModifiedBy>PptxGenJS</cp:lastModifiedBy>
  <cp:revision>1</cp:revision>
  <dcterms:created xsi:type="dcterms:W3CDTF">2026-02-26T12:07:16Z</dcterms:created>
  <dcterms:modified xsi:type="dcterms:W3CDTF">2026-02-26T12:07:16Z</dcterms:modified>
</cp:coreProperties>
</file>